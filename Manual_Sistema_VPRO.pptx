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Conoce el Sistema VPRO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Guía sencilla y clara para todos en la empresa</a:t>
            </a:r>
          </a:p>
          <a:p>
            <a:r>
              <a:t>Conociendo nuestra herramienta de trabajo del día a día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el Sistema VPRO?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Es la plataforma digital de nuestra empresa donde registramos nuestro trabajo.</a:t>
            </a:r>
          </a:p>
          <a:p>
            <a:pPr>
              <a:defRPr sz="2400"/>
            </a:pPr>
            <a:r>
              <a:t>Nos ayuda a mantener el orden, evitar el uso excesivo de papel y comunicarnos mejor.</a:t>
            </a:r>
          </a:p>
          <a:p>
            <a:pPr>
              <a:defRPr sz="2400"/>
            </a:pPr>
            <a:r>
              <a:t>Todos lo usamos: desde registrar a qué hora llegamos hasta organizar los grandes eventos.</a:t>
            </a:r>
          </a:p>
          <a:p>
            <a:pPr>
              <a:defRPr sz="2400"/>
            </a:pPr>
            <a:r>
              <a:t>Está diseñado para ser muy fácil de usar, ya sea desde una computadora o desde un celular.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El Checador (Kiosko de Asistencia)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¿Para qué sirve? Para registrar la hora exacta a la que llegamos y nos vamos.</a:t>
            </a:r>
          </a:p>
          <a:p>
            <a:pPr>
              <a:defRPr sz="2400"/>
            </a:pPr>
            <a:r>
              <a:t>¿Cómo funciona?</a:t>
            </a:r>
          </a:p>
          <a:p>
            <a:pPr>
              <a:defRPr sz="2400"/>
            </a:pPr>
            <a:r>
              <a:t>  • Te pones frente a la pantalla con tu gafete (que tiene un Código QR).</a:t>
            </a:r>
          </a:p>
          <a:p>
            <a:pPr>
              <a:defRPr sz="2400"/>
            </a:pPr>
            <a:r>
              <a:t>  • La cámara lee tu código y hace un sonido ('beep').</a:t>
            </a:r>
          </a:p>
          <a:p>
            <a:pPr>
              <a:defRPr sz="2400"/>
            </a:pPr>
            <a:r>
              <a:t>  • En la pantalla aparece tu foto y un letrero verde confirmando que ya checaste.</a:t>
            </a:r>
          </a:p>
          <a:p>
            <a:pPr>
              <a:defRPr sz="2400"/>
            </a:pPr>
            <a:r>
              <a:t>Si alguien llega tarde, el sistema lo marcará en rojo. ¡Es importante ser puntuales!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Mi Credencial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Dentro del sistema, tienes una credencial virtual en la pantalla.</a:t>
            </a:r>
          </a:p>
          <a:p>
            <a:pPr>
              <a:defRPr sz="2400"/>
            </a:pPr>
            <a:r>
              <a:t>Contiene tu foto, tu nombre, tu departamento y el puesto en el que trabajas.</a:t>
            </a:r>
          </a:p>
          <a:p>
            <a:pPr>
              <a:defRPr sz="2400"/>
            </a:pPr>
            <a:r>
              <a:t>También muestra tu Código QR personal en grande.</a:t>
            </a:r>
          </a:p>
          <a:p>
            <a:pPr>
              <a:defRPr sz="2400"/>
            </a:pPr>
            <a:r>
              <a:t>¿Para qué sirve? Si algún día olvidas tu gafete físico en tu casa, puedes abrir esta pantalla en tu celular y ponerla frente a la cámara para checar tu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Operaciones y Eventos (Las famosas 'OPs')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Una 'OP' significa Orden de Producción. Básicamente es 'El evento o trabajo que vamos a ir a hacer'.</a:t>
            </a:r>
          </a:p>
          <a:p>
            <a:pPr>
              <a:defRPr sz="2400"/>
            </a:pPr>
            <a:r>
              <a:t>En la OP se anota absolutamente todo sobre el evento:</a:t>
            </a:r>
          </a:p>
          <a:p>
            <a:pPr>
              <a:defRPr sz="2400"/>
            </a:pPr>
            <a:r>
              <a:t>  • A dónde vamos, a qué hora empieza y quién es el cliente.</a:t>
            </a:r>
          </a:p>
          <a:p>
            <a:pPr>
              <a:defRPr sz="2400"/>
            </a:pPr>
            <a:r>
              <a:t>  • Qué compañeros de trabajo van a ir a ese evento.</a:t>
            </a:r>
          </a:p>
          <a:p>
            <a:pPr>
              <a:defRPr sz="2400"/>
            </a:pPr>
            <a:r>
              <a:t>  • Qué equipo, cables, luces o bocinas nos vamos a llevar de la bodega.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pasos de un Evento (La 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PASO 1: Check-out (Salida). Antes de irnos, el encargado revisa en el sistema que todo el equipo esté completo antes de subirlo a la camioneta.</a:t>
            </a:r>
          </a:p>
          <a:p>
            <a:pPr>
              <a:defRPr sz="2400"/>
            </a:pPr>
            <a:r>
              <a:t>PASO 2: El Evento. Se hace el trabajo y se toman FOTOS Y VIDEOS en el lugar para demostrar que quedó bien montado y bonito.</a:t>
            </a:r>
          </a:p>
          <a:p>
            <a:pPr>
              <a:defRPr sz="2400"/>
            </a:pPr>
            <a:r>
              <a:t>PASO 3: Check-in (Regreso). Al volver a la bodega, se vuelve a contar el equipo en el sistema para asegurar que no se nos olvidó ni se perdió nada.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Reporte de Gastos (Cuentas Claras)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Cuando salimos a un evento foráneo o largo, a veces nos dan dinero en efectivo para poner gasolina, pagar casetas o comprar comida.</a:t>
            </a:r>
          </a:p>
          <a:p>
            <a:pPr>
              <a:defRPr sz="2400"/>
            </a:pPr>
            <a:r>
              <a:t>En el sistema debemos anotar en qué gastamos cada peso de ese dinero.</a:t>
            </a:r>
          </a:p>
          <a:p>
            <a:pPr>
              <a:defRPr sz="2400"/>
            </a:pPr>
            <a:r>
              <a:t>Ahí mismo se sube la foto del ticket o la factura de lo que compramos.</a:t>
            </a:r>
          </a:p>
          <a:p>
            <a:pPr>
              <a:defRPr sz="2400"/>
            </a:pPr>
            <a:r>
              <a:t>Si sobró dinero (el cambio), se anota cuánto se está devolviendo a la oficina.</a:t>
            </a:r>
          </a:p>
          <a:p>
            <a:pPr>
              <a:defRPr sz="2400"/>
            </a:pPr>
            <a:r>
              <a:t>¡Las cuentas claras nos ayudan a todos a tener confianza!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Reporte de Equipos Dañados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Si durante un evento o acomodando la bodega notas que un cable no funciona, una bocina no suena o una pantalla está rota...</a:t>
            </a:r>
          </a:p>
          <a:p>
            <a:pPr>
              <a:defRPr sz="2400"/>
            </a:pPr>
            <a:r>
              <a:t>¡No lo dejes así ni lo escondas! Entra al sistema y repórtalo.</a:t>
            </a:r>
          </a:p>
          <a:p>
            <a:pPr>
              <a:defRPr sz="2400"/>
            </a:pPr>
            <a:r>
              <a:t>Solo tienes que entrar al módulo, tomarle una foto al equipo, escribir qué le pasó y guardarlo.</a:t>
            </a:r>
          </a:p>
          <a:p>
            <a:pPr>
              <a:defRPr sz="2400"/>
            </a:pPr>
            <a:r>
              <a:t>Así, nuestros compañeros de mantenimiento sabrán de inmediato que tienen que arreglarlo.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El Módulo de Recursos Humanos (RH)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Es el área enfocada en cuidarte y llevar tu expediente laboral ordenado.</a:t>
            </a:r>
          </a:p>
          <a:p>
            <a:pPr>
              <a:defRPr sz="2400"/>
            </a:pPr>
            <a:r>
              <a:t>Aquí la empresa lleva un registro de cosas muy importantes para ti:</a:t>
            </a:r>
          </a:p>
          <a:p>
            <a:pPr>
              <a:defRPr sz="2400"/>
            </a:pPr>
            <a:r>
              <a:t>  • Vacaciones: Podrás saber cuántos días de vacaciones te tocan por ley y cuántos has tomado.</a:t>
            </a:r>
          </a:p>
          <a:p>
            <a:pPr>
              <a:defRPr sz="2400"/>
            </a:pPr>
            <a:r>
              <a:t>  • Permisos: Si tienes una emergencia familiar o necesitas faltar, aquí se registra la autorización.</a:t>
            </a:r>
          </a:p>
          <a:p>
            <a:pPr>
              <a:defRPr sz="2400"/>
            </a:pPr>
            <a:r>
              <a:t>  • Incapacidades: Si te enfermaste y fuiste al IMSS, aquí se guarda tu receta.</a:t>
            </a:r>
          </a:p>
          <a:p>
            <a:pPr>
              <a:defRPr sz="2400"/>
            </a:pPr>
            <a:r>
              <a:t>Es totalmente confidencial.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El Tablero General (Dashboard)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Es como un gran pizarrón virtual para los directivos y administradores.</a:t>
            </a:r>
          </a:p>
          <a:p>
            <a:pPr>
              <a:defRPr sz="2400"/>
            </a:pPr>
            <a:r>
              <a:t>Muestra un calendario gigante con los eventos de toda la semana para saber quién está en qué lugar.</a:t>
            </a:r>
          </a:p>
          <a:p>
            <a:pPr>
              <a:defRPr sz="2400"/>
            </a:pPr>
            <a:r>
              <a:t>Muestra gráficas de cómo le está yendo a la empresa.</a:t>
            </a:r>
          </a:p>
          <a:p>
            <a:pPr>
              <a:defRPr sz="2400"/>
            </a:pPr>
            <a:r>
              <a:t>Esta herramienta ayuda a los jefes a tomar mejores decisiones para que la empresa siga creciendo y todos tengamos trabajo seguro.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Resumen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El Sistema VPRO es nuestro mejor amigo en el trabajo.</a:t>
            </a:r>
          </a:p>
          <a:p>
            <a:pPr>
              <a:defRPr sz="2400"/>
            </a:pPr>
            <a:r>
              <a:t>Sirve para que no se pierdan las cosas, para que nuestro esfuerzo se note y para que todo esté organizado.</a:t>
            </a:r>
          </a:p>
          <a:p>
            <a:pPr>
              <a:defRPr sz="2400"/>
            </a:pPr>
            <a:r>
              <a:t>Si tienes dudas de cómo picarle a algún botón, ¡pregunta a tu coordinador con confianza!</a:t>
            </a:r>
          </a:p>
          <a:p>
            <a:pPr>
              <a:defRPr sz="2400"/>
            </a:pPr>
            <a:r>
              <a:t>Es muy fácil de usar y con un par de veces que lo intentes, lo dominarás por completo.</a:t>
            </a:r>
          </a:p>
          <a:p>
            <a:pPr>
              <a:defRPr sz="2400"/>
            </a:pPr>
            <a:r>
              <a:t>¡Gracias por ser parte del equipo y usar VPRO!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